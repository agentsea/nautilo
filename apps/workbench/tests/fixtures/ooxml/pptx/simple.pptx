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a74c56fc9947c9" /><Relationship Type="http://schemas.openxmlformats.org/officeDocument/2006/relationships/extended-properties" Target="/docProps/app.xml" Id="Rdbedf9092ed4403e" /><Relationship Type="http://schemas.openxmlformats.org/officeDocument/2006/relationships/officeDocument" Target="/ppt/presentation.xml" Id="R8b620a0bfcd04b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c7c474b76544c5"/>
  </p:sldMasterIdLst>
  <p:notesMasterIdLst>
    <p:notesMasterId xmlns:r="http://schemas.openxmlformats.org/officeDocument/2006/relationships" r:id="Redc8769d6c6c424e"/>
  </p:notesMasterIdLst>
  <p:sldIdLst>
    <p:sldId xmlns:r="http://schemas.openxmlformats.org/officeDocument/2006/relationships" id="256" r:id="Rcb3b0151de0d45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c1712d67ec4281" /><Relationship Type="http://schemas.openxmlformats.org/officeDocument/2006/relationships/slideMaster" Target="/ppt/slideMasters/slideMaster1.xml" Id="R7cc7c474b76544c5" /><Relationship Type="http://schemas.openxmlformats.org/officeDocument/2006/relationships/notesMaster" Target="/ppt/notesMasters/notesMaster1.xml" Id="Redc8769d6c6c424e" /><Relationship Type="http://schemas.openxmlformats.org/officeDocument/2006/relationships/presProps" Target="/ppt/presProps.xml" Id="R4b48c721150445f1" /><Relationship Type="http://schemas.openxmlformats.org/officeDocument/2006/relationships/tableStyles" Target="/ppt/tableStyles.xml" Id="R9efbd896935b4b27" /><Relationship Type="http://schemas.openxmlformats.org/officeDocument/2006/relationships/slide" Target="/ppt/slides/slide1.xml" Id="Rcb3b0151de0d45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0bf76110834a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bba562d0b54ab7" /><Relationship Type="http://schemas.openxmlformats.org/officeDocument/2006/relationships/notesMaster" Target="/ppt/notesMasters/notesMaster1.xml" Id="R26d69056fdf3407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cbf093644640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f51ee7c633453b" /><Relationship Type="http://schemas.openxmlformats.org/officeDocument/2006/relationships/slideLayout" Target="/ppt/slideLayouts/slideLayout1.xml" Id="R22e3d54a0360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e3d54a0360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cf0a476d042ae" /><Relationship Type="http://schemas.openxmlformats.org/officeDocument/2006/relationships/notesSlide" Target="/ppt/notesSlides/notesSlide1.xml" Id="R80af83d19c514e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6B872-BAD3-42EF-BBF7-FA8D8CAC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857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B2545"/>
                </a:solidFill>
              </a:defRPr>
            </a:pPr>
            <a:r>
              <a:rPr sz="3900" b="1">
                <a:solidFill>
                  <a:srgbClr val="0B2545"/>
                </a:solidFill>
              </a:rPr>
              <a:t>D431 simple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03EB88-E1FA-47EA-AAD1-DDB5A455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2677C"/>
                </a:solidFill>
              </a:defRPr>
            </a:pPr>
            <a:r>
              <a:rPr sz="1800">
                <a:solidFill>
                  <a:srgbClr val="52677C"/>
                </a:solidFill>
              </a:rPr>
              <a:t>One original slide for baseline reader comparison</a:t>
            </a:r>
          </a:p>
        </p:txBody>
      </p:sp>
    </p:spTree>
    <p:extLst>
      <p:ext uri="{BB962C8B-B14F-4D97-AF65-F5344CB8AC3E}">
        <p14:creationId xmlns:p14="http://schemas.microsoft.com/office/powerpoint/2010/main" val="4565414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2026-07-27T16:05:19.8530000Z</dcterms:created>
  <dcterms:modified xsi:type="dcterms:W3CDTF">2026-07-27T16:05:19.8530000Z</dcterms:modified>
</coreProperties>
</file>