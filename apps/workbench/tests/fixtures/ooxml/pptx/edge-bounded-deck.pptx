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4458e091e44221" /><Relationship Type="http://schemas.openxmlformats.org/officeDocument/2006/relationships/extended-properties" Target="/docProps/app.xml" Id="R5608426087bc4c1b" /><Relationship Type="http://schemas.openxmlformats.org/officeDocument/2006/relationships/officeDocument" Target="/ppt/presentation.xml" Id="R735abbc46a884c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f8a96098704fd0"/>
  </p:sldMasterIdLst>
  <p:notesMasterIdLst>
    <p:notesMasterId xmlns:r="http://schemas.openxmlformats.org/officeDocument/2006/relationships" r:id="Rd58ee9d0937b4aba"/>
  </p:notesMasterIdLst>
  <p:sldIdLst>
    <p:sldId xmlns:r="http://schemas.openxmlformats.org/officeDocument/2006/relationships" id="256" r:id="R89bde37e6d604220"/>
    <p:sldId xmlns:r="http://schemas.openxmlformats.org/officeDocument/2006/relationships" id="257" r:id="R40a6567acfdc470d"/>
    <p:sldId xmlns:r="http://schemas.openxmlformats.org/officeDocument/2006/relationships" id="258" r:id="R4dc3c014888d45b9"/>
    <p:sldId xmlns:r="http://schemas.openxmlformats.org/officeDocument/2006/relationships" id="259" r:id="Ra55ded63b09e413f"/>
    <p:sldId xmlns:r="http://schemas.openxmlformats.org/officeDocument/2006/relationships" id="260" r:id="Rc29c18871b4a47dd"/>
    <p:sldId xmlns:r="http://schemas.openxmlformats.org/officeDocument/2006/relationships" id="261" r:id="R5029a2b92f7345af"/>
    <p:sldId xmlns:r="http://schemas.openxmlformats.org/officeDocument/2006/relationships" id="262" r:id="Rd4cde7d40cb74ff9"/>
    <p:sldId xmlns:r="http://schemas.openxmlformats.org/officeDocument/2006/relationships" id="263" r:id="R9fbc996b03634ba6"/>
    <p:sldId xmlns:r="http://schemas.openxmlformats.org/officeDocument/2006/relationships" id="264" r:id="Rcb51ec0e8db54ece"/>
    <p:sldId xmlns:r="http://schemas.openxmlformats.org/officeDocument/2006/relationships" id="265" r:id="R14c225084a8849d4"/>
    <p:sldId xmlns:r="http://schemas.openxmlformats.org/officeDocument/2006/relationships" id="266" r:id="Recdb2f4e40dd4fa3"/>
    <p:sldId xmlns:r="http://schemas.openxmlformats.org/officeDocument/2006/relationships" id="267" r:id="Rf41db576e4b14308"/>
    <p:sldId xmlns:r="http://schemas.openxmlformats.org/officeDocument/2006/relationships" id="268" r:id="R97320866c0984bc2"/>
    <p:sldId xmlns:r="http://schemas.openxmlformats.org/officeDocument/2006/relationships" id="269" r:id="R31223488a7854051"/>
    <p:sldId xmlns:r="http://schemas.openxmlformats.org/officeDocument/2006/relationships" id="270" r:id="Rdde574549be9477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bff141cdd74871" /><Relationship Type="http://schemas.openxmlformats.org/officeDocument/2006/relationships/slideMaster" Target="/ppt/slideMasters/slideMaster1.xml" Id="R14f8a96098704fd0" /><Relationship Type="http://schemas.openxmlformats.org/officeDocument/2006/relationships/notesMaster" Target="/ppt/notesMasters/notesMaster1.xml" Id="Rd58ee9d0937b4aba" /><Relationship Type="http://schemas.openxmlformats.org/officeDocument/2006/relationships/presProps" Target="/ppt/presProps.xml" Id="R6b71456ebf8a471f" /><Relationship Type="http://schemas.openxmlformats.org/officeDocument/2006/relationships/tableStyles" Target="/ppt/tableStyles.xml" Id="Re8a3c2af9beb461e" /><Relationship Type="http://schemas.openxmlformats.org/officeDocument/2006/relationships/slide" Target="/ppt/slides/slide1.xml" Id="R89bde37e6d604220" /><Relationship Type="http://schemas.openxmlformats.org/officeDocument/2006/relationships/slide" Target="/ppt/slides/slide2.xml" Id="R40a6567acfdc470d" /><Relationship Type="http://schemas.openxmlformats.org/officeDocument/2006/relationships/slide" Target="/ppt/slides/slide3.xml" Id="R4dc3c014888d45b9" /><Relationship Type="http://schemas.openxmlformats.org/officeDocument/2006/relationships/slide" Target="/ppt/slides/slide4.xml" Id="Ra55ded63b09e413f" /><Relationship Type="http://schemas.openxmlformats.org/officeDocument/2006/relationships/slide" Target="/ppt/slides/slide5.xml" Id="Rc29c18871b4a47dd" /><Relationship Type="http://schemas.openxmlformats.org/officeDocument/2006/relationships/slide" Target="/ppt/slides/slide6.xml" Id="R5029a2b92f7345af" /><Relationship Type="http://schemas.openxmlformats.org/officeDocument/2006/relationships/slide" Target="/ppt/slides/slide7.xml" Id="Rd4cde7d40cb74ff9" /><Relationship Type="http://schemas.openxmlformats.org/officeDocument/2006/relationships/slide" Target="/ppt/slides/slide8.xml" Id="R9fbc996b03634ba6" /><Relationship Type="http://schemas.openxmlformats.org/officeDocument/2006/relationships/slide" Target="/ppt/slides/slide9.xml" Id="Rcb51ec0e8db54ece" /><Relationship Type="http://schemas.openxmlformats.org/officeDocument/2006/relationships/slide" Target="/ppt/slides/slide10.xml" Id="R14c225084a8849d4" /><Relationship Type="http://schemas.openxmlformats.org/officeDocument/2006/relationships/slide" Target="/ppt/slides/slide11.xml" Id="Recdb2f4e40dd4fa3" /><Relationship Type="http://schemas.openxmlformats.org/officeDocument/2006/relationships/slide" Target="/ppt/slides/slide12.xml" Id="Rf41db576e4b14308" /><Relationship Type="http://schemas.openxmlformats.org/officeDocument/2006/relationships/slide" Target="/ppt/slides/slide13.xml" Id="R97320866c0984bc2" /><Relationship Type="http://schemas.openxmlformats.org/officeDocument/2006/relationships/slide" Target="/ppt/slides/slide14.xml" Id="R31223488a7854051" /><Relationship Type="http://schemas.openxmlformats.org/officeDocument/2006/relationships/slide" Target="/ppt/slides/slide15.xml" Id="Rdde574549be947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d350c27e6c41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01a728ad644b19" /><Relationship Type="http://schemas.openxmlformats.org/officeDocument/2006/relationships/notesMaster" Target="/ppt/notesMasters/notesMaster1.xml" Id="Rf9829e0277b54c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03ec6cfdcc48ab" /><Relationship Type="http://schemas.openxmlformats.org/officeDocument/2006/relationships/notesMaster" Target="/ppt/notesMasters/notesMaster1.xml" Id="R8ddfe14feaac4c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8b523aa6884268" /><Relationship Type="http://schemas.openxmlformats.org/officeDocument/2006/relationships/notesMaster" Target="/ppt/notesMasters/notesMaster1.xml" Id="R3692c1e42b7747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0553326f014bb6" /><Relationship Type="http://schemas.openxmlformats.org/officeDocument/2006/relationships/notesMaster" Target="/ppt/notesMasters/notesMaster1.xml" Id="Re23efeeece4442f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25be86ec09463d" /><Relationship Type="http://schemas.openxmlformats.org/officeDocument/2006/relationships/notesMaster" Target="/ppt/notesMasters/notesMaster1.xml" Id="R05673898ab0642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0e9d09035d47ee" /><Relationship Type="http://schemas.openxmlformats.org/officeDocument/2006/relationships/notesMaster" Target="/ppt/notesMasters/notesMaster1.xml" Id="R8e1a6152e2884c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455031f09c649f8" /><Relationship Type="http://schemas.openxmlformats.org/officeDocument/2006/relationships/notesMaster" Target="/ppt/notesMasters/notesMaster1.xml" Id="R300b20b065a843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427c748a32c42ce" /><Relationship Type="http://schemas.openxmlformats.org/officeDocument/2006/relationships/notesMaster" Target="/ppt/notesMasters/notesMaster1.xml" Id="Rebab6a78c15e4c0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8130f475cbd4eae" /><Relationship Type="http://schemas.openxmlformats.org/officeDocument/2006/relationships/notesMaster" Target="/ppt/notesMasters/notesMaster1.xml" Id="R049c1561a5ef4f1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b7f1ff777fe44b6" /><Relationship Type="http://schemas.openxmlformats.org/officeDocument/2006/relationships/notesMaster" Target="/ppt/notesMasters/notesMaster1.xml" Id="Re8214d0850a34a5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f522d709d3b4f56" /><Relationship Type="http://schemas.openxmlformats.org/officeDocument/2006/relationships/notesMaster" Target="/ppt/notesMasters/notesMaster1.xml" Id="R5e3a480b5d6d4f9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18f3c7de2a24ea8" /><Relationship Type="http://schemas.openxmlformats.org/officeDocument/2006/relationships/notesMaster" Target="/ppt/notesMasters/notesMaster1.xml" Id="R41f9e27e06ca411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b49e5a348844ea0" /><Relationship Type="http://schemas.openxmlformats.org/officeDocument/2006/relationships/notesMaster" Target="/ppt/notesMasters/notesMaster1.xml" Id="R43ef0b12625e44b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519d115bc0a4f57" /><Relationship Type="http://schemas.openxmlformats.org/officeDocument/2006/relationships/notesMaster" Target="/ppt/notesMasters/notesMaster1.xml" Id="Re1fd61e2e0ce4c2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eccaca56e8c42eb" /><Relationship Type="http://schemas.openxmlformats.org/officeDocument/2006/relationships/notesMaster" Target="/ppt/notesMasters/notesMaster1.xml" Id="R25a11a9c1b4141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5f15e60d3e4c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066635b7534f29" /><Relationship Type="http://schemas.openxmlformats.org/officeDocument/2006/relationships/slideLayout" Target="/ppt/slideLayouts/slideLayout1.xml" Id="R8af8cd6f538c4c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f8cd6f538c4c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284ad987254845" /><Relationship Type="http://schemas.openxmlformats.org/officeDocument/2006/relationships/notesSlide" Target="/ppt/notesSlides/notesSlide1.xml" Id="R823e7b01202048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8f1b89676342b5" /><Relationship Type="http://schemas.openxmlformats.org/officeDocument/2006/relationships/notesSlide" Target="/ppt/notesSlides/notesSlide2.xml" Id="Rf030eadf317447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aec529e044475" /><Relationship Type="http://schemas.openxmlformats.org/officeDocument/2006/relationships/notesSlide" Target="/ppt/notesSlides/notesSlide3.xml" Id="R89c14dd6bb8f46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89485edd78488d" /><Relationship Type="http://schemas.openxmlformats.org/officeDocument/2006/relationships/notesSlide" Target="/ppt/notesSlides/notesSlide4.xml" Id="R9b48481fd98140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7eaff96bc04477" /><Relationship Type="http://schemas.openxmlformats.org/officeDocument/2006/relationships/notesSlide" Target="/ppt/notesSlides/notesSlide5.xml" Id="R8524464cc2444ea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f08046b96e496e" /><Relationship Type="http://schemas.openxmlformats.org/officeDocument/2006/relationships/notesSlide" Target="/ppt/notesSlides/notesSlide6.xml" Id="Reb3ac80be64944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664e87ce5a4284" /><Relationship Type="http://schemas.openxmlformats.org/officeDocument/2006/relationships/notesSlide" Target="/ppt/notesSlides/notesSlide7.xml" Id="R9c9ec96bb18a49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a92b6c142d43aa" /><Relationship Type="http://schemas.openxmlformats.org/officeDocument/2006/relationships/notesSlide" Target="/ppt/notesSlides/notesSlide8.xml" Id="R82d0880c64ad464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d3bed6eed84e50" /><Relationship Type="http://schemas.openxmlformats.org/officeDocument/2006/relationships/notesSlide" Target="/ppt/notesSlides/notesSlide9.xml" Id="Rc4016470bb6d478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0903b8def543cc" /><Relationship Type="http://schemas.openxmlformats.org/officeDocument/2006/relationships/notesSlide" Target="/ppt/notesSlides/notesSlide10.xml" Id="R53f05cdef02442a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d6aef24e4947ae" /><Relationship Type="http://schemas.openxmlformats.org/officeDocument/2006/relationships/notesSlide" Target="/ppt/notesSlides/notesSlide11.xml" Id="Rfc5e43d311f1447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e729c8d3ff4b46" /><Relationship Type="http://schemas.openxmlformats.org/officeDocument/2006/relationships/notesSlide" Target="/ppt/notesSlides/notesSlide12.xml" Id="R94dfeb9174f64ed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3c0f19bf8b4b8c" /><Relationship Type="http://schemas.openxmlformats.org/officeDocument/2006/relationships/notesSlide" Target="/ppt/notesSlides/notesSlide13.xml" Id="R71d7f07f6df64eb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c4c0a9f133469d" /><Relationship Type="http://schemas.openxmlformats.org/officeDocument/2006/relationships/notesSlide" Target="/ppt/notesSlides/notesSlide14.xml" Id="Rb8890096804e4e0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bc6fc79cf84514" /><Relationship Type="http://schemas.openxmlformats.org/officeDocument/2006/relationships/notesSlide" Target="/ppt/notesSlides/notesSlide15.xml" Id="R335590319c2949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0025D2-7CD4-4641-8A2B-13491039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62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2545"/>
                </a:solidFill>
              </a:defRPr>
            </a:pPr>
            <a:r>
              <a:rPr sz="3000" b="1">
                <a:solidFill>
                  <a:srgbClr val="0B2545"/>
                </a:solidFill>
              </a:rPr>
              <a:t>Bounded slide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BDE22E-45FB-4360-A1E4-FC72BCD0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7334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77C"/>
                </a:solidFill>
              </a:defRPr>
            </a:pPr>
            <a:r>
              <a:rPr sz="1800">
                <a:solidFill>
                  <a:srgbClr val="52677C"/>
                </a:solidFill>
              </a:rPr>
              <a:t>Repeated but bounded native shapes exercise navigation and lifecycle behavior across a non-trivial deck.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F965BF-D0E1-4359-9972-17D82DB0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ED28BC-4FE5-4987-A431-27336696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90525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6B32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56E25A-98C6-4C7F-97D7-A145B79B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5750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B25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35498C-ACD0-4711-AF57-14A85B08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90525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85EF5C-3367-4509-9253-9A5D3708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85750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6B32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BC752F-049A-476D-893B-F98AF5E0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90525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B25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71B051-5AAC-46C7-AA6E-D9FC0FDE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5750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2B7481-7578-48EE-B1E0-20FC3B37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90525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6B32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633055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AE1F40-31A5-48BB-A836-675D799E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62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2545"/>
                </a:solidFill>
              </a:defRPr>
            </a:pPr>
            <a:r>
              <a:rPr sz="3000" b="1">
                <a:solidFill>
                  <a:srgbClr val="0B2545"/>
                </a:solidFill>
              </a:rPr>
              <a:t>Bounded slide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69E2DB-55E6-4035-B0FF-1F05E666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7334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77C"/>
                </a:solidFill>
              </a:defRPr>
            </a:pPr>
            <a:r>
              <a:rPr sz="1800">
                <a:solidFill>
                  <a:srgbClr val="52677C"/>
                </a:solidFill>
              </a:rPr>
              <a:t>Repeated but bounded native shapes exercise navigation and lifecycle behavior across a non-trivial deck.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1ABAD6-3C9E-4034-AE6E-0BAE76A0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3EAF7C-99A7-4679-B1CF-DB48DD83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90525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6B32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BCC653-612F-4748-9838-BB53F3EF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5750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B25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A8A1B5-6F74-4709-BCF2-301F2A77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90525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D12043-7C3C-48A9-BA3F-BECAC52C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85750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6B32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E8957E-1A12-4D25-91F5-70C68986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90525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B25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2CC40E-1A0B-40F2-AA1B-2C72FAFB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5750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F7C002-96E3-4CD2-AE44-6627FC2D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90525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6B32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461136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1D5F96-AC57-4B01-AE99-C41FE773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62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2545"/>
                </a:solidFill>
              </a:defRPr>
            </a:pPr>
            <a:r>
              <a:rPr sz="3000" b="1">
                <a:solidFill>
                  <a:srgbClr val="0B2545"/>
                </a:solidFill>
              </a:rPr>
              <a:t>Bounded slide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E98CF0-C2F9-4319-BC3F-8C4894B1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7334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77C"/>
                </a:solidFill>
              </a:defRPr>
            </a:pPr>
            <a:r>
              <a:rPr sz="1800">
                <a:solidFill>
                  <a:srgbClr val="52677C"/>
                </a:solidFill>
              </a:rPr>
              <a:t>Repeated but bounded native shapes exercise navigation and lifecycle behavior across a non-trivial deck.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0D64FF-9782-4A07-ADAA-F66FE39E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E1F0FF-DBF8-4E76-A9BF-6A41FA2A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90525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6B32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F8B662-66D0-42A0-978D-3E46157B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5750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B25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8466F0-5FC8-458F-81E9-798032A9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90525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1989ED-C998-48FE-A220-07EEDA67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85750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6B32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A0473E-1ABB-4347-8CB9-BF5AFFC4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90525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B25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448CB7-B0AC-44C7-9ED0-2BED9C94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5750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FF7FD9-E007-439A-9026-837334AF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90525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6B32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152636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F35C53-3612-4468-A52C-E231A45C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62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2545"/>
                </a:solidFill>
              </a:defRPr>
            </a:pPr>
            <a:r>
              <a:rPr sz="3000" b="1">
                <a:solidFill>
                  <a:srgbClr val="0B2545"/>
                </a:solidFill>
              </a:rPr>
              <a:t>Bounded slide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EC5299-F312-45B9-9F2A-C3B3DDDB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7334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77C"/>
                </a:solidFill>
              </a:defRPr>
            </a:pPr>
            <a:r>
              <a:rPr sz="1800">
                <a:solidFill>
                  <a:srgbClr val="52677C"/>
                </a:solidFill>
              </a:rPr>
              <a:t>Repeated but bounded native shapes exercise navigation and lifecycle behavior across a non-trivial deck.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0900F7-C92F-41B3-8930-CB1375F8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F26E61-ABA9-4E53-8357-EFC4B87E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90525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6B32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951EAE-0737-4EF1-8328-467F1AAC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5750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B25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9E61CC-89FB-45D8-8551-521CA9CA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90525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D25CE7-5AC4-4308-8F0C-85A149D8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85750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6B32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855501-6FB4-46D2-8E2F-89D0C1B1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90525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B25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B86FD7-B531-4169-B0D5-7D44C532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5750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F8680E-C14F-4AC4-88AB-C706C44E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90525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6B32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23741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FCFCDC-801D-4862-BA3C-F45DC04F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62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2545"/>
                </a:solidFill>
              </a:defRPr>
            </a:pPr>
            <a:r>
              <a:rPr sz="3000" b="1">
                <a:solidFill>
                  <a:srgbClr val="0B2545"/>
                </a:solidFill>
              </a:rPr>
              <a:t>Bounded slide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C77064-3B6C-4DD2-A3C3-BF6C9DD6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7334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77C"/>
                </a:solidFill>
              </a:defRPr>
            </a:pPr>
            <a:r>
              <a:rPr sz="1800">
                <a:solidFill>
                  <a:srgbClr val="52677C"/>
                </a:solidFill>
              </a:rPr>
              <a:t>Repeated but bounded native shapes exercise navigation and lifecycle behavior across a non-trivial deck.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BB30F9-51C4-47E0-A44B-D4DE6C4F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77D84D-3A43-442D-B6C5-50790B9C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90525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6B32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51367F-4863-43D6-8C8C-665CCF42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5750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B25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B11245-BAC0-449E-868E-43E8732D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90525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21AD8F-357B-43C8-8712-51883876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85750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6B32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C460E7-B5C5-4F09-8008-F97BE573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90525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B25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376053-DBD0-4A35-BDCB-022D04DF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5750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39AE0C-02D1-43F6-BD2F-AC6FC2AA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90525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6B32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217251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55C28F-6261-4F7F-B2EF-33F1A7A0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62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2545"/>
                </a:solidFill>
              </a:defRPr>
            </a:pPr>
            <a:r>
              <a:rPr sz="3000" b="1">
                <a:solidFill>
                  <a:srgbClr val="0B2545"/>
                </a:solidFill>
              </a:rPr>
              <a:t>Bounded slide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060282-151C-469D-9789-FFC8F112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7334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77C"/>
                </a:solidFill>
              </a:defRPr>
            </a:pPr>
            <a:r>
              <a:rPr sz="1800">
                <a:solidFill>
                  <a:srgbClr val="52677C"/>
                </a:solidFill>
              </a:rPr>
              <a:t>Repeated but bounded native shapes exercise navigation and lifecycle behavior across a non-trivial deck.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A8BDCA-73A8-49E2-AE55-F7EC5C06D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295EE4-F2C5-4606-AB1F-0B6B6577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90525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6B32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1E3BF2-75A1-4C66-8C74-DFE4FD9B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5750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B25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43FF78-396A-4D65-AADC-06DE35CF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90525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F31BDF-1188-48FA-8D8C-6928D96F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85750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6B32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175367-7081-4637-8C60-B2FEEC7A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90525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B25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DE363A-BE2C-4377-8916-50DD38E2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5750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65B731-488F-4B42-BE9A-201F1672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90525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6B32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710998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0ECE98-2757-4027-AFB8-B8DF9FFA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62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2545"/>
                </a:solidFill>
              </a:defRPr>
            </a:pPr>
            <a:r>
              <a:rPr sz="3000" b="1">
                <a:solidFill>
                  <a:srgbClr val="0B2545"/>
                </a:solidFill>
              </a:rPr>
              <a:t>Bounded slide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79CA0B-B459-4429-83D0-6C42BAE0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7334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77C"/>
                </a:solidFill>
              </a:defRPr>
            </a:pPr>
            <a:r>
              <a:rPr sz="1800">
                <a:solidFill>
                  <a:srgbClr val="52677C"/>
                </a:solidFill>
              </a:rPr>
              <a:t>Repeated but bounded native shapes exercise navigation and lifecycle behavior across a non-trivial deck.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D4E144-B905-463E-84DD-470A3227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12EFD6-0AAB-48D4-BC14-DF2F1723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90525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6B32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C137AC-DFB8-463B-B5A7-EC2C41E0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5750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B25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A8E8E3-C850-4F46-8E76-74FDB5F4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90525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3B8CCD-8048-42E9-921A-3E088F75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85750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6B32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93EA9C-1245-43ED-96AF-BA75C272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90525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B25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53E39A-80F8-47A2-91B6-D0478F4A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5750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6CC064-D736-4A5A-9A7E-29D0AADA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90525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6B32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43107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728894-D5B3-4C32-9347-146597A5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62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2545"/>
                </a:solidFill>
              </a:defRPr>
            </a:pPr>
            <a:r>
              <a:rPr sz="3000" b="1">
                <a:solidFill>
                  <a:srgbClr val="0B2545"/>
                </a:solidFill>
              </a:rPr>
              <a:t>Bounded slide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C4CA33-2D2A-4C62-8BD1-A965E720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7334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77C"/>
                </a:solidFill>
              </a:defRPr>
            </a:pPr>
            <a:r>
              <a:rPr sz="1800">
                <a:solidFill>
                  <a:srgbClr val="52677C"/>
                </a:solidFill>
              </a:rPr>
              <a:t>Repeated but bounded native shapes exercise navigation and lifecycle behavior across a non-trivial deck.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D8C7C4-9892-441E-BCA7-7ED9B03E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ED04C9-C9DD-45EE-8D35-26DC5F8C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90525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6B32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F03458-E779-4646-A41F-3D6C5D65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5750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B25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B3F4A1-DD21-4B89-B282-53113251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90525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A3AECC-DBC9-44DD-AAEF-DE86AD91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85750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6B32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662281-C948-40B0-9B31-DECADF08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90525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B25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BCE7DC-A01E-4AA1-9741-672F96BC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5750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5CBBD6-6BC5-4BCF-A899-CE6A0496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90525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6B32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701654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E007CA-49FA-4F76-8BE3-8BF32D1B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62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2545"/>
                </a:solidFill>
              </a:defRPr>
            </a:pPr>
            <a:r>
              <a:rPr sz="3000" b="1">
                <a:solidFill>
                  <a:srgbClr val="0B2545"/>
                </a:solidFill>
              </a:rPr>
              <a:t>Bounded slide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96CE13-F59D-4AAB-9F62-4441D031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7334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77C"/>
                </a:solidFill>
              </a:defRPr>
            </a:pPr>
            <a:r>
              <a:rPr sz="1800">
                <a:solidFill>
                  <a:srgbClr val="52677C"/>
                </a:solidFill>
              </a:rPr>
              <a:t>Repeated but bounded native shapes exercise navigation and lifecycle behavior across a non-trivial deck.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3EE44A-10A7-4EEB-8C9F-35D2E6AB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0CBF22-A058-439D-9AEB-66A93BE4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90525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6B32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11BACD-8D9A-48DB-A215-C50362AC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5750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B25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38A92E-CAF5-4118-AEC9-F97BD4A91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90525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224F78-2CF9-409E-9A82-5E1834A1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85750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6B32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BEAC15-C0DB-4713-BBD3-880193D5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90525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B25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441DF6-7BD2-466D-9E46-A545B76F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5750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745524-42A4-4C59-BEF6-118F69CB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90525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6B32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163096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B0EA00-CD8E-4DEA-81F5-720D2016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62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2545"/>
                </a:solidFill>
              </a:defRPr>
            </a:pPr>
            <a:r>
              <a:rPr sz="3000" b="1">
                <a:solidFill>
                  <a:srgbClr val="0B2545"/>
                </a:solidFill>
              </a:rPr>
              <a:t>Bounded slide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4CC05B-EF49-408E-A1AD-691E9B53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7334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77C"/>
                </a:solidFill>
              </a:defRPr>
            </a:pPr>
            <a:r>
              <a:rPr sz="1800">
                <a:solidFill>
                  <a:srgbClr val="52677C"/>
                </a:solidFill>
              </a:rPr>
              <a:t>Repeated but bounded native shapes exercise navigation and lifecycle behavior across a non-trivial deck.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D1BA05-CB9F-4D09-BAFA-DF1190AE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217171-B68D-4ED0-AF58-65C23DDB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90525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6B32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352B25-FBE8-4CD1-A3C3-631DC030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5750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B25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972CFC-5ABB-41C9-9F20-54F1C51B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90525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9225E3-5E95-49E1-8137-9BB28741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85750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6B32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93DFDC-419C-48C1-98F2-447AA987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90525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B25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625FD1-FFAC-49EE-90BC-70BD9BDA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5750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E45566-1E54-4D38-BC6A-4DC9656D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90525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6B32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968973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6A1452-2835-4AFD-A2AE-F1A558B4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62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2545"/>
                </a:solidFill>
              </a:defRPr>
            </a:pPr>
            <a:r>
              <a:rPr sz="3000" b="1">
                <a:solidFill>
                  <a:srgbClr val="0B2545"/>
                </a:solidFill>
              </a:rPr>
              <a:t>Bounded slide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441227-0BE5-42B9-BD45-E3DA4EDE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7334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77C"/>
                </a:solidFill>
              </a:defRPr>
            </a:pPr>
            <a:r>
              <a:rPr sz="1800">
                <a:solidFill>
                  <a:srgbClr val="52677C"/>
                </a:solidFill>
              </a:rPr>
              <a:t>Repeated but bounded native shapes exercise navigation and lifecycle behavior across a non-trivial deck.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64247C-10A9-4C8C-BE45-E1EB34C7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7E41E0-4C42-4CC2-A2C5-EC3A1838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90525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6B32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5BB72C-153E-438C-91A6-346A1FE0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5750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B25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2F543C-273A-45AC-BE22-11AFD155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90525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696452-0CA5-4526-8EFA-9DB27AE9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85750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6B32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080033-A164-439A-8720-3DBED330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90525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B25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B4777D-82D8-4C13-98AB-5C28EB17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5750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1F2CDD-3FBA-4A1D-9F90-8333C6A0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90525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6B32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7379456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DB2F5D-6643-4066-A610-2538653F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62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2545"/>
                </a:solidFill>
              </a:defRPr>
            </a:pPr>
            <a:r>
              <a:rPr sz="3000" b="1">
                <a:solidFill>
                  <a:srgbClr val="0B2545"/>
                </a:solidFill>
              </a:rPr>
              <a:t>Bounded slide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9C82BE-D0F4-48BD-B9DA-55CA2E58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7334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77C"/>
                </a:solidFill>
              </a:defRPr>
            </a:pPr>
            <a:r>
              <a:rPr sz="1800">
                <a:solidFill>
                  <a:srgbClr val="52677C"/>
                </a:solidFill>
              </a:rPr>
              <a:t>Repeated but bounded native shapes exercise navigation and lifecycle behavior across a non-trivial deck.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0A3F30-845F-4C21-8E1F-023BF255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D28E76-048A-4F90-B910-D0BFD148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90525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6B32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D913C2-CE7E-450B-BB7E-5F699081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5750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B25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6126F1-D8A1-4E9E-9A89-B877F586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90525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57F014-A851-4361-8434-60F202F9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85750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6B32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B95D07-BABE-4C9C-A931-B784B133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90525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B25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4B8388-6CDF-4794-A722-93FDD5CB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5750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B3C45C-6592-4235-9EF5-1C539B48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90525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6B32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3216281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C31488-6014-454D-8DCD-D661BBE4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62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2545"/>
                </a:solidFill>
              </a:defRPr>
            </a:pPr>
            <a:r>
              <a:rPr sz="3000" b="1">
                <a:solidFill>
                  <a:srgbClr val="0B2545"/>
                </a:solidFill>
              </a:rPr>
              <a:t>Bounded slide 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69A269-D9C0-4220-B0EC-7ECB6B46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7334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77C"/>
                </a:solidFill>
              </a:defRPr>
            </a:pPr>
            <a:r>
              <a:rPr sz="1800">
                <a:solidFill>
                  <a:srgbClr val="52677C"/>
                </a:solidFill>
              </a:rPr>
              <a:t>Repeated but bounded native shapes exercise navigation and lifecycle behavior across a non-trivial deck.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F14367-6EAB-4D01-9531-1D17C96D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958707-703F-41B5-9837-9B2963F8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90525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6B32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376B9F-42B4-48BE-A8DA-C8B256B5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5750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B25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3FD453-50CE-43A1-AB32-CBB2F12A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90525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740267-18AE-4B49-808F-AAF8B0D4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85750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6B32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99DF19-DABF-4B13-8BD5-24B81A8D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90525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B25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763F61-2905-4368-B532-1151990D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5750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5F11C7-556A-4119-A210-AE2FD8A9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90525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6B32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3593860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BA2028-9EE2-4D4F-B066-EFE1A1B9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62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2545"/>
                </a:solidFill>
              </a:defRPr>
            </a:pPr>
            <a:r>
              <a:rPr sz="3000" b="1">
                <a:solidFill>
                  <a:srgbClr val="0B2545"/>
                </a:solidFill>
              </a:rPr>
              <a:t>Bounded slide 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0933D7-6322-4A9D-8222-7F3E112D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7334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77C"/>
                </a:solidFill>
              </a:defRPr>
            </a:pPr>
            <a:r>
              <a:rPr sz="1800">
                <a:solidFill>
                  <a:srgbClr val="52677C"/>
                </a:solidFill>
              </a:rPr>
              <a:t>Repeated but bounded native shapes exercise navigation and lifecycle behavior across a non-trivial deck.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0FF467-EBE0-453C-8C2E-32BCA998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6506CB-8B96-44E9-924D-ADFE0624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90525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6B32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C677E9-ADFF-4B3C-965A-E6031BC8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5750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B25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44BFFA-4DDA-4D1C-9ED6-C2A63C03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90525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D2FD95-D0A8-4105-A7D6-644C2896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85750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6B32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9EBD22-C511-475F-943B-A8D1669E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90525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B25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8BDB24-B965-4589-BBFA-FE471687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5750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76B109-3B8E-4262-B94E-AF1CA3E4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90525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6B32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4783073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9EAA0A-0FD5-4ED3-8791-96FC1A1B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62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2545"/>
                </a:solidFill>
              </a:defRPr>
            </a:pPr>
            <a:r>
              <a:rPr sz="3000" b="1">
                <a:solidFill>
                  <a:srgbClr val="0B2545"/>
                </a:solidFill>
              </a:rPr>
              <a:t>Bounded slide 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1A9870-9C82-47E2-8DFB-DD8DD9CD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7334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77C"/>
                </a:solidFill>
              </a:defRPr>
            </a:pPr>
            <a:r>
              <a:rPr sz="1800">
                <a:solidFill>
                  <a:srgbClr val="52677C"/>
                </a:solidFill>
              </a:rPr>
              <a:t>Repeated but bounded native shapes exercise navigation and lifecycle behavior across a non-trivial deck.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DF17ED-395A-4819-9F41-C566D5BB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0F2A18-FAB9-4F20-B8B2-3318DE59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90525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6B32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0D814A-E2BA-4B22-9BB1-06A2CF63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5750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B25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F0AF56-F8FC-438C-975A-97ABD16D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90525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2BB10B-809F-451F-B3FA-612B686C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85750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6B32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78BF68-7D91-4987-BFF7-29E539CA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90525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B25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3E03E3-B1F1-452C-AD53-07C30332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5750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E29264-6F0A-4570-8435-9375AF2B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905250"/>
            <a:ext cx="971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6B32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677972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2026-07-27T16:05:20.5020000Z</dcterms:created>
  <dcterms:modified xsi:type="dcterms:W3CDTF">2026-07-27T16:05:20.5020000Z</dcterms:modified>
</coreProperties>
</file>