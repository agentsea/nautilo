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A0010-D2D5-4811-B691-C529D06BB6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C44B926-7D5F-445F-A921-E9B3F9DCFAD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D362 Impress UI audit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LibreOffice/7.6.7.2$Linux_AARCH64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2026-07-02T13:36:12Z</dcterms:modified>
  <cp:revision>1</cp:revision>
  <dc:subject/>
  <dc:title/>
</cp:coreProperties>
</file>